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1B830BF-7745-49D7-B32F-FA3D5330F500}">
          <p14:sldIdLst>
            <p14:sldId id="256"/>
          </p14:sldIdLst>
        </p14:section>
        <p14:section name="제목 없는 구역" id="{1F7B1509-83C8-45C3-A1D1-8F8653F8F1D0}">
          <p14:sldIdLst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B7750-3B17-4574-9D85-0DD69833F441}" type="datetimeFigureOut">
              <a:rPr lang="ko-KR" altLang="en-US" smtClean="0"/>
              <a:t>2017-09-18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A60B-38EB-427B-96B0-A4B1E24E54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061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B7750-3B17-4574-9D85-0DD69833F441}" type="datetimeFigureOut">
              <a:rPr lang="ko-KR" altLang="en-US" smtClean="0"/>
              <a:t>2017-09-18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A60B-38EB-427B-96B0-A4B1E24E54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485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B7750-3B17-4574-9D85-0DD69833F441}" type="datetimeFigureOut">
              <a:rPr lang="ko-KR" altLang="en-US" smtClean="0"/>
              <a:t>2017-09-18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A60B-38EB-427B-96B0-A4B1E24E54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144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B7750-3B17-4574-9D85-0DD69833F441}" type="datetimeFigureOut">
              <a:rPr lang="ko-KR" altLang="en-US" smtClean="0"/>
              <a:t>2017-09-18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A60B-38EB-427B-96B0-A4B1E24E54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47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B7750-3B17-4574-9D85-0DD69833F441}" type="datetimeFigureOut">
              <a:rPr lang="ko-KR" altLang="en-US" smtClean="0"/>
              <a:t>2017-09-18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A60B-38EB-427B-96B0-A4B1E24E54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02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B7750-3B17-4574-9D85-0DD69833F441}" type="datetimeFigureOut">
              <a:rPr lang="ko-KR" altLang="en-US" smtClean="0"/>
              <a:t>2017-09-18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A60B-38EB-427B-96B0-A4B1E24E54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882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B7750-3B17-4574-9D85-0DD69833F441}" type="datetimeFigureOut">
              <a:rPr lang="ko-KR" altLang="en-US" smtClean="0"/>
              <a:t>2017-09-18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A60B-38EB-427B-96B0-A4B1E24E54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5173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B7750-3B17-4574-9D85-0DD69833F441}" type="datetimeFigureOut">
              <a:rPr lang="ko-KR" altLang="en-US" smtClean="0"/>
              <a:t>2017-09-18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A60B-38EB-427B-96B0-A4B1E24E54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065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B7750-3B17-4574-9D85-0DD69833F441}" type="datetimeFigureOut">
              <a:rPr lang="ko-KR" altLang="en-US" smtClean="0"/>
              <a:t>2017-09-18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A60B-38EB-427B-96B0-A4B1E24E54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233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B7750-3B17-4574-9D85-0DD69833F441}" type="datetimeFigureOut">
              <a:rPr lang="ko-KR" altLang="en-US" smtClean="0"/>
              <a:t>2017-09-18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A60B-38EB-427B-96B0-A4B1E24E54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125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B7750-3B17-4574-9D85-0DD69833F441}" type="datetimeFigureOut">
              <a:rPr lang="ko-KR" altLang="en-US" smtClean="0"/>
              <a:t>2017-09-18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A60B-38EB-427B-96B0-A4B1E24E54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858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1B7750-3B17-4574-9D85-0DD69833F441}" type="datetimeFigureOut">
              <a:rPr lang="ko-KR" altLang="en-US" smtClean="0"/>
              <a:t>2017-09-18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0A60B-38EB-427B-96B0-A4B1E24E54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337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891708" y="1974154"/>
            <a:ext cx="864096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TFT LCD</a:t>
            </a:r>
          </a:p>
          <a:p>
            <a:pPr algn="ctr"/>
            <a:r>
              <a:rPr lang="en-US" altLang="ko-KR" sz="1200" dirty="0" smtClean="0"/>
              <a:t>7 inch</a:t>
            </a:r>
            <a:endParaRPr lang="ko-KR" altLang="en-US" sz="1200" dirty="0"/>
          </a:p>
        </p:txBody>
      </p:sp>
      <p:sp>
        <p:nvSpPr>
          <p:cNvPr id="6" name="직사각형 5"/>
          <p:cNvSpPr/>
          <p:nvPr/>
        </p:nvSpPr>
        <p:spPr>
          <a:xfrm>
            <a:off x="3145088" y="1556790"/>
            <a:ext cx="3240360" cy="41044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3638503" y="2063562"/>
            <a:ext cx="1368152" cy="209298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 smtClean="0"/>
          </a:p>
          <a:p>
            <a:pPr algn="ctr"/>
            <a:r>
              <a:rPr lang="en-US" altLang="ko-KR" dirty="0" smtClean="0"/>
              <a:t>CPU</a:t>
            </a:r>
          </a:p>
          <a:p>
            <a:pPr algn="ctr"/>
            <a:r>
              <a:rPr lang="en-US" altLang="ko-KR" sz="1200" dirty="0" smtClean="0"/>
              <a:t>Cortex-M4</a:t>
            </a:r>
          </a:p>
          <a:p>
            <a:pPr algn="ctr"/>
            <a:r>
              <a:rPr lang="en-US" altLang="ko-KR" sz="1200" dirty="0" smtClean="0"/>
              <a:t>STM32F469BI</a:t>
            </a:r>
            <a:endParaRPr lang="en-US" altLang="ko-KR" sz="1200" dirty="0" smtClean="0"/>
          </a:p>
          <a:p>
            <a:pPr algn="ctr"/>
            <a:r>
              <a:rPr lang="en-US" altLang="ko-KR" sz="1200" dirty="0" smtClean="0"/>
              <a:t>LQFP208</a:t>
            </a:r>
          </a:p>
          <a:p>
            <a:pPr algn="ctr"/>
            <a:r>
              <a:rPr lang="en-US" altLang="ko-KR" sz="1200" dirty="0" err="1" smtClean="0"/>
              <a:t>Clk</a:t>
            </a:r>
            <a:r>
              <a:rPr lang="en-US" altLang="ko-KR" sz="1200" dirty="0" smtClean="0"/>
              <a:t> 180Mhz</a:t>
            </a:r>
          </a:p>
          <a:p>
            <a:pPr algn="ctr"/>
            <a:r>
              <a:rPr lang="en-US" altLang="ko-KR" sz="1200" dirty="0" smtClean="0"/>
              <a:t>FLASH 2MByte</a:t>
            </a:r>
          </a:p>
          <a:p>
            <a:pPr algn="ctr"/>
            <a:r>
              <a:rPr lang="en-US" altLang="ko-KR" sz="1200" dirty="0" smtClean="0"/>
              <a:t>TFT LCD </a:t>
            </a:r>
            <a:r>
              <a:rPr lang="en-US" altLang="ko-KR" sz="1200" dirty="0" smtClean="0"/>
              <a:t>I/F</a:t>
            </a:r>
          </a:p>
          <a:p>
            <a:pPr algn="ctr"/>
            <a:r>
              <a:rPr lang="en-US" altLang="ko-KR" sz="1200" dirty="0" smtClean="0"/>
              <a:t>ADC 12bit</a:t>
            </a:r>
          </a:p>
          <a:p>
            <a:pPr algn="ctr"/>
            <a:r>
              <a:rPr lang="en-US" altLang="ko-KR" sz="1200" dirty="0" smtClean="0"/>
              <a:t>DAC 12bit</a:t>
            </a:r>
          </a:p>
          <a:p>
            <a:pPr algn="ctr"/>
            <a:endParaRPr lang="en-US" altLang="ko-KR" sz="1200" dirty="0" smtClean="0"/>
          </a:p>
          <a:p>
            <a:pPr algn="ctr"/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3646118" y="4350419"/>
            <a:ext cx="1368152" cy="74944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SRAM</a:t>
            </a:r>
          </a:p>
          <a:p>
            <a:pPr algn="ctr"/>
            <a:r>
              <a:rPr lang="en-US" altLang="ko-KR" sz="1200" dirty="0" smtClean="0"/>
              <a:t>1MByte</a:t>
            </a:r>
            <a:endParaRPr lang="ko-KR" altLang="en-US" sz="1200" dirty="0"/>
          </a:p>
        </p:txBody>
      </p:sp>
      <p:sp>
        <p:nvSpPr>
          <p:cNvPr id="8" name="직사각형 7"/>
          <p:cNvSpPr/>
          <p:nvPr/>
        </p:nvSpPr>
        <p:spPr>
          <a:xfrm>
            <a:off x="5426077" y="2060846"/>
            <a:ext cx="887362" cy="6187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USB</a:t>
            </a:r>
          </a:p>
          <a:p>
            <a:pPr algn="ctr"/>
            <a:r>
              <a:rPr lang="en-US" altLang="ko-KR" sz="1200" dirty="0" smtClean="0"/>
              <a:t>host</a:t>
            </a:r>
            <a:endParaRPr lang="ko-KR" altLang="en-US" sz="1200" dirty="0"/>
          </a:p>
        </p:txBody>
      </p:sp>
      <p:sp>
        <p:nvSpPr>
          <p:cNvPr id="9" name="직사각형 8"/>
          <p:cNvSpPr/>
          <p:nvPr/>
        </p:nvSpPr>
        <p:spPr>
          <a:xfrm>
            <a:off x="5426076" y="2795611"/>
            <a:ext cx="887363" cy="6187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RS232</a:t>
            </a:r>
            <a:endParaRPr lang="ko-KR" altLang="en-US" sz="1200" dirty="0"/>
          </a:p>
        </p:txBody>
      </p:sp>
      <p:sp>
        <p:nvSpPr>
          <p:cNvPr id="10" name="직사각형 9"/>
          <p:cNvSpPr/>
          <p:nvPr/>
        </p:nvSpPr>
        <p:spPr>
          <a:xfrm>
            <a:off x="1886722" y="3212975"/>
            <a:ext cx="864096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KEY INPUT</a:t>
            </a:r>
            <a:endParaRPr lang="ko-KR" altLang="en-US" sz="1200" dirty="0"/>
          </a:p>
        </p:txBody>
      </p:sp>
      <p:sp>
        <p:nvSpPr>
          <p:cNvPr id="11" name="직사각형 10"/>
          <p:cNvSpPr/>
          <p:nvPr/>
        </p:nvSpPr>
        <p:spPr>
          <a:xfrm>
            <a:off x="1924053" y="4473116"/>
            <a:ext cx="864096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PWM</a:t>
            </a:r>
          </a:p>
          <a:p>
            <a:pPr algn="ctr"/>
            <a:r>
              <a:rPr lang="en-US" altLang="ko-KR" dirty="0" smtClean="0"/>
              <a:t>DRV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5426075" y="3501007"/>
            <a:ext cx="887363" cy="61870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Analog input</a:t>
            </a:r>
            <a:endParaRPr lang="ko-KR" altLang="en-US" sz="1400" dirty="0"/>
          </a:p>
        </p:txBody>
      </p:sp>
      <p:sp>
        <p:nvSpPr>
          <p:cNvPr id="13" name="직사각형 12"/>
          <p:cNvSpPr/>
          <p:nvPr/>
        </p:nvSpPr>
        <p:spPr>
          <a:xfrm>
            <a:off x="5426077" y="4221088"/>
            <a:ext cx="887363" cy="504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I/O</a:t>
            </a:r>
            <a:endParaRPr lang="ko-KR" altLang="en-US" sz="1400" dirty="0"/>
          </a:p>
        </p:txBody>
      </p:sp>
      <p:sp>
        <p:nvSpPr>
          <p:cNvPr id="14" name="직사각형 13"/>
          <p:cNvSpPr/>
          <p:nvPr/>
        </p:nvSpPr>
        <p:spPr>
          <a:xfrm>
            <a:off x="5423768" y="4847839"/>
            <a:ext cx="887363" cy="5826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Wireless</a:t>
            </a:r>
          </a:p>
          <a:p>
            <a:pPr algn="ctr"/>
            <a:r>
              <a:rPr lang="en-US" altLang="ko-KR" sz="1400" dirty="0" smtClean="0"/>
              <a:t>LAN</a:t>
            </a:r>
            <a:endParaRPr lang="ko-KR" altLang="en-US" sz="1400" dirty="0"/>
          </a:p>
        </p:txBody>
      </p:sp>
      <p:sp>
        <p:nvSpPr>
          <p:cNvPr id="2" name="TextBox 1"/>
          <p:cNvSpPr txBox="1"/>
          <p:nvPr/>
        </p:nvSpPr>
        <p:spPr>
          <a:xfrm>
            <a:off x="1475656" y="404664"/>
            <a:ext cx="2380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smtClean="0"/>
              <a:t>시스템 구성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37175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/>
          <p:cNvGrpSpPr/>
          <p:nvPr/>
        </p:nvGrpSpPr>
        <p:grpSpPr>
          <a:xfrm>
            <a:off x="920852" y="2469488"/>
            <a:ext cx="691324" cy="648072"/>
            <a:chOff x="539552" y="2564904"/>
            <a:chExt cx="3096344" cy="648072"/>
          </a:xfrm>
        </p:grpSpPr>
        <p:cxnSp>
          <p:nvCxnSpPr>
            <p:cNvPr id="9" name="직선 연결선 8"/>
            <p:cNvCxnSpPr/>
            <p:nvPr/>
          </p:nvCxnSpPr>
          <p:spPr>
            <a:xfrm flipH="1">
              <a:off x="539552" y="2564904"/>
              <a:ext cx="504056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/>
            <p:nvPr/>
          </p:nvCxnSpPr>
          <p:spPr>
            <a:xfrm>
              <a:off x="1043608" y="2564904"/>
              <a:ext cx="64807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>
              <a:off x="1691680" y="2564904"/>
              <a:ext cx="360040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2051720" y="3212976"/>
              <a:ext cx="3600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>
            <a:xfrm flipV="1">
              <a:off x="2411760" y="2564904"/>
              <a:ext cx="360040" cy="6480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>
            <a:xfrm>
              <a:off x="2771800" y="2564904"/>
              <a:ext cx="43204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/>
          </p:nvCxnSpPr>
          <p:spPr>
            <a:xfrm>
              <a:off x="3203848" y="2564904"/>
              <a:ext cx="432048" cy="5760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825057" y="323191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파형생성</a:t>
            </a:r>
            <a:endParaRPr lang="ko-KR" alt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2845234" y="2226917"/>
            <a:ext cx="1004801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ko-KR" dirty="0" smtClean="0"/>
          </a:p>
          <a:p>
            <a:pPr algn="ctr"/>
            <a:r>
              <a:rPr lang="en-US" altLang="ko-KR" dirty="0" smtClean="0"/>
              <a:t>PWM </a:t>
            </a:r>
          </a:p>
          <a:p>
            <a:pPr algn="ctr"/>
            <a:r>
              <a:rPr lang="ko-KR" altLang="en-US" dirty="0" smtClean="0"/>
              <a:t>출력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4Khz</a:t>
            </a:r>
          </a:p>
          <a:p>
            <a:pPr algn="ctr"/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732" y="2022701"/>
            <a:ext cx="1224136" cy="1597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직사각형 28"/>
          <p:cNvSpPr/>
          <p:nvPr/>
        </p:nvSpPr>
        <p:spPr>
          <a:xfrm>
            <a:off x="684994" y="1965990"/>
            <a:ext cx="3888432" cy="38164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859619" y="157573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소프트웨어</a:t>
            </a:r>
            <a:endParaRPr lang="ko-KR" altLang="en-US" dirty="0"/>
          </a:p>
        </p:txBody>
      </p:sp>
      <p:cxnSp>
        <p:nvCxnSpPr>
          <p:cNvPr id="32" name="직선 화살표 연결선 31"/>
          <p:cNvCxnSpPr/>
          <p:nvPr/>
        </p:nvCxnSpPr>
        <p:spPr>
          <a:xfrm flipV="1">
            <a:off x="1612176" y="2821634"/>
            <a:ext cx="1233058" cy="10897"/>
          </a:xfrm>
          <a:prstGeom prst="straightConnector1">
            <a:avLst/>
          </a:prstGeom>
          <a:ln w="15875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3952788" y="2802316"/>
            <a:ext cx="1224136" cy="0"/>
          </a:xfrm>
          <a:prstGeom prst="straightConnector1">
            <a:avLst/>
          </a:prstGeom>
          <a:ln w="15875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>
          <a:xfrm>
            <a:off x="4885716" y="1945065"/>
            <a:ext cx="3456384" cy="38164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908" y="1766543"/>
            <a:ext cx="1224136" cy="225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" name="타원 37"/>
          <p:cNvSpPr/>
          <p:nvPr/>
        </p:nvSpPr>
        <p:spPr>
          <a:xfrm>
            <a:off x="6648560" y="3439231"/>
            <a:ext cx="216024" cy="3240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321" y="4245540"/>
            <a:ext cx="674687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1209" y="4774301"/>
            <a:ext cx="674687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" name="타원 43"/>
          <p:cNvSpPr/>
          <p:nvPr/>
        </p:nvSpPr>
        <p:spPr>
          <a:xfrm>
            <a:off x="7502262" y="3458549"/>
            <a:ext cx="216024" cy="3240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45" name="직선 연결선 44"/>
          <p:cNvCxnSpPr/>
          <p:nvPr/>
        </p:nvCxnSpPr>
        <p:spPr>
          <a:xfrm>
            <a:off x="6756572" y="3782585"/>
            <a:ext cx="0" cy="70028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/>
          <p:nvPr/>
        </p:nvCxnSpPr>
        <p:spPr>
          <a:xfrm flipH="1">
            <a:off x="6328654" y="4482872"/>
            <a:ext cx="427918" cy="0"/>
          </a:xfrm>
          <a:prstGeom prst="straightConnector1">
            <a:avLst/>
          </a:prstGeom>
          <a:ln w="254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/>
          <p:nvPr/>
        </p:nvCxnSpPr>
        <p:spPr>
          <a:xfrm flipH="1">
            <a:off x="6301907" y="5008730"/>
            <a:ext cx="1308367" cy="0"/>
          </a:xfrm>
          <a:prstGeom prst="straightConnector1">
            <a:avLst/>
          </a:prstGeom>
          <a:ln w="254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7613336" y="3763267"/>
            <a:ext cx="0" cy="124836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589" y="4245540"/>
            <a:ext cx="858837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9" name="직선 화살표 연결선 58"/>
          <p:cNvCxnSpPr/>
          <p:nvPr/>
        </p:nvCxnSpPr>
        <p:spPr>
          <a:xfrm flipH="1">
            <a:off x="4400593" y="4482872"/>
            <a:ext cx="1612993" cy="0"/>
          </a:xfrm>
          <a:prstGeom prst="straightConnector1">
            <a:avLst/>
          </a:prstGeom>
          <a:ln w="254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/>
          <p:nvPr/>
        </p:nvCxnSpPr>
        <p:spPr>
          <a:xfrm flipH="1">
            <a:off x="4370427" y="5005828"/>
            <a:ext cx="1612993" cy="0"/>
          </a:xfrm>
          <a:prstGeom prst="straightConnector1">
            <a:avLst/>
          </a:prstGeom>
          <a:ln w="254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019" y="4768496"/>
            <a:ext cx="858837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446" y="4245539"/>
            <a:ext cx="766763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446" y="4771398"/>
            <a:ext cx="766763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9" name="TextBox 68"/>
          <p:cNvSpPr txBox="1"/>
          <p:nvPr/>
        </p:nvSpPr>
        <p:spPr>
          <a:xfrm>
            <a:off x="2998031" y="4873132"/>
            <a:ext cx="492443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smtClean="0"/>
              <a:t>적분</a:t>
            </a:r>
            <a:endParaRPr lang="en-US" altLang="ko-KR" sz="1200" dirty="0" smtClean="0"/>
          </a:p>
        </p:txBody>
      </p:sp>
      <p:cxnSp>
        <p:nvCxnSpPr>
          <p:cNvPr id="70" name="직선 화살표 연결선 69"/>
          <p:cNvCxnSpPr/>
          <p:nvPr/>
        </p:nvCxnSpPr>
        <p:spPr>
          <a:xfrm flipH="1">
            <a:off x="3500630" y="5015080"/>
            <a:ext cx="427918" cy="0"/>
          </a:xfrm>
          <a:prstGeom prst="straightConnector1">
            <a:avLst/>
          </a:prstGeom>
          <a:ln w="254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그룹 78"/>
          <p:cNvGrpSpPr/>
          <p:nvPr/>
        </p:nvGrpSpPr>
        <p:grpSpPr>
          <a:xfrm>
            <a:off x="1906391" y="2636903"/>
            <a:ext cx="364161" cy="369461"/>
            <a:chOff x="2032043" y="2454625"/>
            <a:chExt cx="364161" cy="369461"/>
          </a:xfrm>
        </p:grpSpPr>
        <p:sp>
          <p:nvSpPr>
            <p:cNvPr id="66" name="타원 65"/>
            <p:cNvSpPr/>
            <p:nvPr/>
          </p:nvSpPr>
          <p:spPr>
            <a:xfrm>
              <a:off x="2032043" y="2454625"/>
              <a:ext cx="364161" cy="36946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4" name="직선 연결선 73"/>
            <p:cNvCxnSpPr>
              <a:stCxn id="66" idx="0"/>
              <a:endCxn id="66" idx="4"/>
            </p:cNvCxnSpPr>
            <p:nvPr/>
          </p:nvCxnSpPr>
          <p:spPr>
            <a:xfrm>
              <a:off x="2214124" y="2454625"/>
              <a:ext cx="0" cy="3694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/>
            <p:cNvCxnSpPr>
              <a:stCxn id="66" idx="2"/>
              <a:endCxn id="66" idx="6"/>
            </p:cNvCxnSpPr>
            <p:nvPr/>
          </p:nvCxnSpPr>
          <p:spPr>
            <a:xfrm>
              <a:off x="2032043" y="2639356"/>
              <a:ext cx="36416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TextBox 84"/>
          <p:cNvSpPr txBox="1"/>
          <p:nvPr/>
        </p:nvSpPr>
        <p:spPr>
          <a:xfrm>
            <a:off x="2998030" y="4344372"/>
            <a:ext cx="502600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/>
              <a:t>PID</a:t>
            </a:r>
          </a:p>
        </p:txBody>
      </p:sp>
      <p:cxnSp>
        <p:nvCxnSpPr>
          <p:cNvPr id="86" name="직선 화살표 연결선 85"/>
          <p:cNvCxnSpPr/>
          <p:nvPr/>
        </p:nvCxnSpPr>
        <p:spPr>
          <a:xfrm flipH="1">
            <a:off x="3500630" y="4473698"/>
            <a:ext cx="427918" cy="0"/>
          </a:xfrm>
          <a:prstGeom prst="straightConnector1">
            <a:avLst/>
          </a:prstGeom>
          <a:ln w="254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그룹 87"/>
          <p:cNvGrpSpPr/>
          <p:nvPr/>
        </p:nvGrpSpPr>
        <p:grpSpPr>
          <a:xfrm>
            <a:off x="1906390" y="4298139"/>
            <a:ext cx="364161" cy="369461"/>
            <a:chOff x="2032043" y="2454625"/>
            <a:chExt cx="364161" cy="369461"/>
          </a:xfrm>
        </p:grpSpPr>
        <p:sp>
          <p:nvSpPr>
            <p:cNvPr id="89" name="타원 88"/>
            <p:cNvSpPr/>
            <p:nvPr/>
          </p:nvSpPr>
          <p:spPr>
            <a:xfrm>
              <a:off x="2032043" y="2454625"/>
              <a:ext cx="364161" cy="36946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0" name="직선 연결선 89"/>
            <p:cNvCxnSpPr>
              <a:stCxn id="89" idx="0"/>
              <a:endCxn id="89" idx="4"/>
            </p:cNvCxnSpPr>
            <p:nvPr/>
          </p:nvCxnSpPr>
          <p:spPr>
            <a:xfrm>
              <a:off x="2214124" y="2454625"/>
              <a:ext cx="0" cy="3694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/>
            <p:cNvCxnSpPr>
              <a:stCxn id="89" idx="2"/>
              <a:endCxn id="89" idx="6"/>
            </p:cNvCxnSpPr>
            <p:nvPr/>
          </p:nvCxnSpPr>
          <p:spPr>
            <a:xfrm>
              <a:off x="2032043" y="2639356"/>
              <a:ext cx="36416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7" name="직선 화살표 연결선 96"/>
          <p:cNvCxnSpPr>
            <a:stCxn id="85" idx="1"/>
            <a:endCxn id="89" idx="6"/>
          </p:cNvCxnSpPr>
          <p:nvPr/>
        </p:nvCxnSpPr>
        <p:spPr>
          <a:xfrm flipH="1" flipV="1">
            <a:off x="2270551" y="4482870"/>
            <a:ext cx="727479" cy="2"/>
          </a:xfrm>
          <a:prstGeom prst="straightConnector1">
            <a:avLst/>
          </a:prstGeom>
          <a:ln w="254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/>
          <p:cNvCxnSpPr/>
          <p:nvPr/>
        </p:nvCxnSpPr>
        <p:spPr>
          <a:xfrm flipH="1">
            <a:off x="2088470" y="5015080"/>
            <a:ext cx="900107" cy="0"/>
          </a:xfrm>
          <a:prstGeom prst="straightConnector1">
            <a:avLst/>
          </a:prstGeom>
          <a:ln w="254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/>
          <p:cNvCxnSpPr/>
          <p:nvPr/>
        </p:nvCxnSpPr>
        <p:spPr>
          <a:xfrm flipV="1">
            <a:off x="2088471" y="4676498"/>
            <a:ext cx="1" cy="347480"/>
          </a:xfrm>
          <a:prstGeom prst="straightConnector1">
            <a:avLst/>
          </a:prstGeom>
          <a:ln w="254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/>
          <p:cNvCxnSpPr/>
          <p:nvPr/>
        </p:nvCxnSpPr>
        <p:spPr>
          <a:xfrm flipV="1">
            <a:off x="2088470" y="3017167"/>
            <a:ext cx="0" cy="1280972"/>
          </a:xfrm>
          <a:prstGeom prst="straightConnector1">
            <a:avLst/>
          </a:prstGeom>
          <a:ln w="2540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060556" y="156779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하</a:t>
            </a:r>
            <a:r>
              <a:rPr lang="ko-KR" altLang="en-US" dirty="0"/>
              <a:t>드</a:t>
            </a:r>
            <a:r>
              <a:rPr lang="ko-KR" altLang="en-US" dirty="0" smtClean="0"/>
              <a:t>웨어</a:t>
            </a:r>
            <a:endParaRPr lang="ko-KR" altLang="en-US" dirty="0"/>
          </a:p>
        </p:txBody>
      </p:sp>
      <p:cxnSp>
        <p:nvCxnSpPr>
          <p:cNvPr id="110" name="직선 화살표 연결선 109"/>
          <p:cNvCxnSpPr/>
          <p:nvPr/>
        </p:nvCxnSpPr>
        <p:spPr>
          <a:xfrm>
            <a:off x="6134783" y="2832531"/>
            <a:ext cx="636585" cy="0"/>
          </a:xfrm>
          <a:prstGeom prst="straightConnector1">
            <a:avLst/>
          </a:prstGeom>
          <a:ln w="15875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/>
          <p:cNvSpPr/>
          <p:nvPr/>
        </p:nvSpPr>
        <p:spPr>
          <a:xfrm>
            <a:off x="5064446" y="4132728"/>
            <a:ext cx="1584114" cy="145999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TextBox 112"/>
          <p:cNvSpPr txBox="1"/>
          <p:nvPr/>
        </p:nvSpPr>
        <p:spPr>
          <a:xfrm>
            <a:off x="5064446" y="5213745"/>
            <a:ext cx="1601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smtClean="0"/>
              <a:t>테스트 버전은 </a:t>
            </a:r>
            <a:endParaRPr lang="en-US" altLang="ko-KR" sz="1000" dirty="0" smtClean="0"/>
          </a:p>
          <a:p>
            <a:r>
              <a:rPr lang="ko-KR" altLang="en-US" sz="1000" dirty="0" smtClean="0"/>
              <a:t>아날로그 보드 따로 분리</a:t>
            </a:r>
            <a:endParaRPr lang="ko-KR" altLang="en-US" sz="1000" dirty="0"/>
          </a:p>
        </p:txBody>
      </p:sp>
      <p:sp>
        <p:nvSpPr>
          <p:cNvPr id="114" name="TextBox 113"/>
          <p:cNvSpPr txBox="1"/>
          <p:nvPr/>
        </p:nvSpPr>
        <p:spPr>
          <a:xfrm>
            <a:off x="1099082" y="364014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smtClean="0"/>
              <a:t>기능 구현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034315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7" y="476672"/>
            <a:ext cx="3240360" cy="182650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567" y="476672"/>
            <a:ext cx="3240360" cy="185356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72" y="2564904"/>
            <a:ext cx="3233595" cy="184680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461" y="2529290"/>
            <a:ext cx="3271981" cy="188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108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51</Words>
  <Application>Microsoft Office PowerPoint</Application>
  <PresentationFormat>화면 슬라이드 쇼(4:3)</PresentationFormat>
  <Paragraphs>37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dadbcdb</dc:creator>
  <cp:lastModifiedBy>dadbcdb@naver.com</cp:lastModifiedBy>
  <cp:revision>17</cp:revision>
  <cp:lastPrinted>2015-05-12T01:37:30Z</cp:lastPrinted>
  <dcterms:created xsi:type="dcterms:W3CDTF">2015-05-10T15:22:27Z</dcterms:created>
  <dcterms:modified xsi:type="dcterms:W3CDTF">2017-09-18T01:01:53Z</dcterms:modified>
</cp:coreProperties>
</file>